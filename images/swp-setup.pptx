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45"/>
    <p:restoredTop sz="94673"/>
  </p:normalViewPr>
  <p:slideViewPr>
    <p:cSldViewPr snapToGrid="0">
      <p:cViewPr varScale="1">
        <p:scale>
          <a:sx n="125" d="100"/>
          <a:sy n="125" d="100"/>
        </p:scale>
        <p:origin x="176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A23B8-F768-29E9-EB1F-D0503EF6CE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5F6FCD-2211-2E0A-3EC0-D430CA75D6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C778C-FC07-DE12-5E51-A9A105794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EE7F-4B83-124E-B47C-B3AD9FD02310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8F184-1F99-B35D-B00D-402739891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59906-5612-72E6-D0A6-F12DD2EF7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640F8-4900-1F4B-8F4F-BE3501E23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024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B786E-6C1D-7F6C-B343-1055B005F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D0E0E-3718-C1EC-7080-2D5AFA106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710D0-4C3A-6681-5023-1D89F754A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EE7F-4B83-124E-B47C-B3AD9FD02310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CAD29-88B7-9B14-3630-575DFA99C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AC00D-3E6B-9C59-C256-BFC838939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640F8-4900-1F4B-8F4F-BE3501E23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26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9EA88-7351-38BC-6040-AFFF3E2BA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ABA6D-6DBE-C58A-1D78-F9CF4432C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3A1D1-CCF0-2672-F775-F6CB0C3D2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EE7F-4B83-124E-B47C-B3AD9FD02310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A106D-C8F0-DC88-ABB7-95B450BEA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EB3E7-D3F4-BEDD-1F7E-5E3FA9C2C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640F8-4900-1F4B-8F4F-BE3501E23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145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7B7A1-0B18-A23F-C2A3-F660D13EF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62E64-2E96-2365-8361-DCC8F28BA7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7DFD6D-CD2B-4677-AF95-88AFF5793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CA1C4-B1EF-614F-6C5E-B81B62BA9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EE7F-4B83-124E-B47C-B3AD9FD02310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770AA-50AA-FA15-9706-71A8608B9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55D60-6C01-D6AB-4FE7-D83B5798B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640F8-4900-1F4B-8F4F-BE3501E23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96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4B1D2-9929-B5DF-78DA-129B14738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B56A7-34CB-31BE-FD13-2DCAF617F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73C5D4-875E-A76D-7DD1-C11832735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DA9494-4E38-DAFB-DD2E-35C7A816F0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514A8A-8AAE-41AE-B79E-AA8EB87A31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A6A930-5684-2220-AB84-1032D300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EE7F-4B83-124E-B47C-B3AD9FD02310}" type="datetimeFigureOut">
              <a:rPr lang="en-US" smtClean="0"/>
              <a:t>2/10/26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ED1781-ABD6-EA96-F7F2-12D5B482A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63E155-6AEE-E383-C2C9-C3E61989B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640F8-4900-1F4B-8F4F-BE3501E23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32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469FC-E29B-E294-11DB-46751728A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C65A3E-9DC2-DA50-38DC-271F21250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EE7F-4B83-124E-B47C-B3AD9FD02310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B7B90-53B0-8574-2F9D-556A499ED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929010-1338-CE42-7FAB-E92390669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640F8-4900-1F4B-8F4F-BE3501E23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77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21935E-6064-A067-0F43-5B052102A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EE7F-4B83-124E-B47C-B3AD9FD02310}" type="datetimeFigureOut">
              <a:rPr lang="en-US" smtClean="0"/>
              <a:t>2/10/26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3ED7E6-2440-83FD-FB92-758F1826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E58A8-6BA8-3E7C-DE38-516A1E76E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640F8-4900-1F4B-8F4F-BE3501E23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27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4B996-2FB6-8819-06E1-24C79D2AD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C13C6-14B5-E0E5-BA1C-541F6C960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FB20EE-6909-62CC-2AAF-5103CD31C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D594DF-D8CE-EDBB-07FD-7F0464979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EE7F-4B83-124E-B47C-B3AD9FD02310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12EF3-5FDF-9572-6992-18759CDAC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982C14-F369-9D8E-31E3-277609BBA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640F8-4900-1F4B-8F4F-BE3501E23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551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0C756-87B3-F0CB-13E8-7DCA41D2A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C90841-93FC-9C0C-EC70-239783BD64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AA7D84-72AF-6AF8-96D6-D5EF79547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FFA0F8-6AB5-7478-EC31-4460A7593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EE7F-4B83-124E-B47C-B3AD9FD02310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5C44B4-EDB0-5A8B-12C4-AD9FBF367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BFE41C-7A41-ED7F-3E6B-55B376E52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640F8-4900-1F4B-8F4F-BE3501E23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901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953CD-1119-50EE-94B9-5328D26F3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5360BF-5AD7-50F1-2A69-B0B30AA586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5329B-DF61-04F9-99B7-032B6B244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EE7F-4B83-124E-B47C-B3AD9FD02310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72E50-EBBB-173C-B199-22CFAB7F5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8AC2F-5867-6DD8-5BB7-52BEBCD62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640F8-4900-1F4B-8F4F-BE3501E23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321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E12ECD-476B-2AB4-7BF7-FA192CFC98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14DC0B-7FE4-4341-DB1E-9E70669D1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44282-AAD8-B36C-4F3D-DEC09EEFE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EE7F-4B83-124E-B47C-B3AD9FD02310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13717-2EB3-B305-9803-ECF93E026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44C97-5874-2EDE-0D85-9BF9BC5DA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640F8-4900-1F4B-8F4F-BE3501E23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171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264FA7-0A8B-1314-3018-614B08142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D1EA9-9DDF-728B-69FA-FB7CD6F51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B20E3-05DB-9D7E-9A38-C49AC46690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AEE7F-4B83-124E-B47C-B3AD9FD02310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8210A-5D89-CFAA-AC20-2156AEC29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C4264-7EAA-3D13-2C18-8DDCF88F67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640F8-4900-1F4B-8F4F-BE3501E231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464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63">
            <a:extLst>
              <a:ext uri="{FF2B5EF4-FFF2-40B4-BE49-F238E27FC236}">
                <a16:creationId xmlns:a16="http://schemas.microsoft.com/office/drawing/2014/main" id="{AC52892F-E0E3-CC17-2C6D-4317EE70CE11}"/>
              </a:ext>
            </a:extLst>
          </p:cNvPr>
          <p:cNvGrpSpPr/>
          <p:nvPr/>
        </p:nvGrpSpPr>
        <p:grpSpPr>
          <a:xfrm>
            <a:off x="160434" y="218303"/>
            <a:ext cx="11879320" cy="6633672"/>
            <a:chOff x="160434" y="218303"/>
            <a:chExt cx="11879320" cy="6633672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F92F049B-BE2A-EEE2-F907-15FD63E23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24745" y="3530739"/>
              <a:ext cx="4715009" cy="3108958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847BF54-8F4F-012C-1969-7717A53A5B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24746" y="218303"/>
              <a:ext cx="4706818" cy="310895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AF2D20B-90B2-00A1-8C41-A526CF66F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50800" y="2163418"/>
              <a:ext cx="2447417" cy="275782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79C5F68-EC8F-8E24-BEAA-C1BBC5DB01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6563" y="320372"/>
              <a:ext cx="3737709" cy="1479510"/>
            </a:xfrm>
            <a:prstGeom prst="rect">
              <a:avLst/>
            </a:prstGeom>
          </p:spPr>
        </p:pic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D9C341B-E567-4815-EF32-2840E7497E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89906" y="4620638"/>
              <a:ext cx="1507787" cy="300601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91FDE0F-0D8F-CBD4-BB2E-5B88637A00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89906" y="2038192"/>
              <a:ext cx="1828800" cy="2105791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2B4579F-5E5B-2ACA-ECC6-4C13123EA706}"/>
                </a:ext>
              </a:extLst>
            </p:cNvPr>
            <p:cNvCxnSpPr>
              <a:cxnSpLocks/>
            </p:cNvCxnSpPr>
            <p:nvPr/>
          </p:nvCxnSpPr>
          <p:spPr>
            <a:xfrm>
              <a:off x="3165078" y="1521621"/>
              <a:ext cx="2778522" cy="24822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7209CC26-10B4-D985-3B2C-8BFB6CFB9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0434" y="3542329"/>
              <a:ext cx="3863837" cy="3309646"/>
            </a:xfrm>
            <a:prstGeom prst="rect">
              <a:avLst/>
            </a:prstGeom>
          </p:spPr>
        </p:pic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B65F1E9-8EC0-10B8-849F-6EE50C2C0B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30311" y="4785780"/>
              <a:ext cx="3621851" cy="1128637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E1C4BC9-1ECC-2163-FEDB-4FE634911C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89906" y="4880952"/>
              <a:ext cx="1828800" cy="455427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FD29E8F0-E814-5692-45C9-BE650622BA87}"/>
                </a:ext>
              </a:extLst>
            </p:cNvPr>
            <p:cNvCxnSpPr>
              <a:cxnSpLocks/>
            </p:cNvCxnSpPr>
            <p:nvPr/>
          </p:nvCxnSpPr>
          <p:spPr>
            <a:xfrm>
              <a:off x="1400783" y="3638145"/>
              <a:ext cx="4591801" cy="932568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92814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C840AD64-CE18-36BF-7F1D-E5AF9CBD7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540" y="0"/>
            <a:ext cx="47269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153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3694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Bistis</dc:creator>
  <cp:lastModifiedBy>James Bistis</cp:lastModifiedBy>
  <cp:revision>2</cp:revision>
  <dcterms:created xsi:type="dcterms:W3CDTF">2026-02-10T13:56:07Z</dcterms:created>
  <dcterms:modified xsi:type="dcterms:W3CDTF">2026-02-13T04:09:41Z</dcterms:modified>
</cp:coreProperties>
</file>